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7F7C9D-4D01-9A8C-36D3-EE6DA775827F}"/>
              </a:ext>
            </a:extLst>
          </p:cNvPr>
          <p:cNvCxnSpPr>
            <a:cxnSpLocks/>
          </p:cNvCxnSpPr>
          <p:nvPr/>
        </p:nvCxnSpPr>
        <p:spPr>
          <a:xfrm>
            <a:off x="1827530" y="1390650"/>
            <a:ext cx="825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0A27A97-CA43-C652-5796-8C027F7D6D8C}"/>
              </a:ext>
            </a:extLst>
          </p:cNvPr>
          <p:cNvCxnSpPr>
            <a:cxnSpLocks/>
          </p:cNvCxnSpPr>
          <p:nvPr/>
        </p:nvCxnSpPr>
        <p:spPr>
          <a:xfrm>
            <a:off x="6217920" y="2347695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E7CF3E-0DEB-8E8C-9834-3FE050D5AEFD}"/>
              </a:ext>
            </a:extLst>
          </p:cNvPr>
          <p:cNvCxnSpPr>
            <a:cxnSpLocks/>
          </p:cNvCxnSpPr>
          <p:nvPr/>
        </p:nvCxnSpPr>
        <p:spPr>
          <a:xfrm>
            <a:off x="4451348" y="1346200"/>
            <a:ext cx="7607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38A4EE-A527-DF44-9425-987FC9BC77D3}"/>
              </a:ext>
            </a:extLst>
          </p:cNvPr>
          <p:cNvCxnSpPr>
            <a:cxnSpLocks/>
          </p:cNvCxnSpPr>
          <p:nvPr/>
        </p:nvCxnSpPr>
        <p:spPr>
          <a:xfrm>
            <a:off x="6294120" y="460629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0A57F78-4F97-7917-A0D7-083BFAA64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99" y="579119"/>
            <a:ext cx="1292861" cy="12928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C81C91-8F79-52FE-A6EF-F5A858D582F7}"/>
              </a:ext>
            </a:extLst>
          </p:cNvPr>
          <p:cNvSpPr txBox="1"/>
          <p:nvPr/>
        </p:nvSpPr>
        <p:spPr>
          <a:xfrm>
            <a:off x="621034" y="1765300"/>
            <a:ext cx="1619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Query</a:t>
            </a:r>
          </a:p>
          <a:p>
            <a:r>
              <a:rPr lang="en-US" dirty="0"/>
              <a:t>(KR/EN)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9DDC7A-4AB0-C2A3-F8FB-EAFC069D0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130" y="257178"/>
            <a:ext cx="1760218" cy="17602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22B1608-A58C-5163-5579-3A5EE13D477F}"/>
              </a:ext>
            </a:extLst>
          </p:cNvPr>
          <p:cNvSpPr txBox="1"/>
          <p:nvPr/>
        </p:nvSpPr>
        <p:spPr>
          <a:xfrm>
            <a:off x="2759710" y="1874520"/>
            <a:ext cx="193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Retrieval (Top-K Search)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0280DF-A0D1-3353-1FC9-FC147BF1E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412113"/>
            <a:ext cx="1626871" cy="16268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C67FE0D-AE97-9FD6-17A3-61494C3F551B}"/>
              </a:ext>
            </a:extLst>
          </p:cNvPr>
          <p:cNvSpPr txBox="1"/>
          <p:nvPr/>
        </p:nvSpPr>
        <p:spPr>
          <a:xfrm>
            <a:off x="5028564" y="2024420"/>
            <a:ext cx="2851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ChromaDB</a:t>
            </a:r>
            <a:r>
              <a:rPr lang="en-US" dirty="0"/>
              <a:t> 166,678 Chunks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166B238-310A-B834-ACFC-46F8C3626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344" y="2830726"/>
            <a:ext cx="2851146" cy="142557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4EDCB1D-690B-4BAD-4803-5B86571E152C}"/>
              </a:ext>
            </a:extLst>
          </p:cNvPr>
          <p:cNvSpPr txBox="1"/>
          <p:nvPr/>
        </p:nvSpPr>
        <p:spPr>
          <a:xfrm>
            <a:off x="4939344" y="4289420"/>
            <a:ext cx="3029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Qwen2.5-1.5B Quantized LLM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3295D6-0AF4-FEF0-5ED1-8D09B12F2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4017" y="4774030"/>
            <a:ext cx="1701800" cy="17018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54F8DBE-EA4D-D620-FB7B-1F7B8D49E5D8}"/>
              </a:ext>
            </a:extLst>
          </p:cNvPr>
          <p:cNvSpPr txBox="1"/>
          <p:nvPr/>
        </p:nvSpPr>
        <p:spPr>
          <a:xfrm>
            <a:off x="5308600" y="6475830"/>
            <a:ext cx="2882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Generated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20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DERE ROSHIDAT OLUWABUKOLA</cp:lastModifiedBy>
  <cp:revision>3</cp:revision>
  <dcterms:created xsi:type="dcterms:W3CDTF">2013-01-27T09:14:16Z</dcterms:created>
  <dcterms:modified xsi:type="dcterms:W3CDTF">2025-12-07T02:41:08Z</dcterms:modified>
  <cp:category/>
</cp:coreProperties>
</file>